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36192"/>
            <a:ext cx="106527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통계연보 검수 보조 시스템
프로젝트 인수인계 설명서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246120"/>
            <a:ext cx="102870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프로젝트 파일 전체를 이미 전달받았다는 전제에서, 빈 컴퓨터에 필요한 프로그램을 설치하고 서비스를 실행한 뒤 기능을 사용하고 유지보수하는 순서입니다.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기준일 2026-08-28  |  상세 문서 docs/PROJECT_HANDOVER_GUIDE.md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 PPT에서 가정하는 시작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기존 담당자에게 프로젝트 폴더 전체를 받았다고 가정하세요. 이 폴더에는 backend, frontend, docs, Dockerfile, .env.example 같은 파일이 있어야 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Windows에서는 프로젝트 폴더 이름을 statyearbook으로 정하고 C:\work\statyearbook에 두는 것을 기준으로 설명합니다. OneDrive, 바탕 화면, 네트워크 드라이브는 피하세요.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프로젝트 코드와 함께 실제 SQLite DB와 backend/uploads 원본을 받았다면 원본 복사본을 별도 보관하세요. 서버 첫 실행이 DB 구조를 갱신할 수 있으므로 백업 없이 실제 DB를 먼저 열면 안 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처음 실행할 때는 외부 LLM 기능을 끄고 빈 테스트 SQLite를 사용하세요. 화면과 서버가 정상적으로 실행되는 것을 확인한 뒤 실제 DB와 외부 서비스를 연결하세요.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진행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Python 3.12, Node.js 24 LTS, 선택적으로 Git과 VS Code를 설치하세요.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프로젝트 폴더를 C:\work\statyearbook에 두고, 필요한 파일이 모두 있는지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루트 .env를 만들고 안전한 SQLite와 LLM 비활성 설정을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백엔드 Python 가상환경과 프런트엔드 npm 패키지를 각각 설치하세요.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백엔드와 프런트엔드를 서로 다른 PowerShell 창에서 실행하고 /health, /ready, 브라우저 화면을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6. 설치가 끝나면 기능 사용법을 익히고, 마지막에 프로젝트 구조·테스트·백업·배포 절차를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74519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1부. 아무것도 없는 컴퓨터에 설치하기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035808"/>
            <a:ext cx="10287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Windows를 본문 기준으로 설명합니다. 각 단계가 정상인지 확인한 뒤 다음 단계로 이동하세요.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1-1. 설치 전에 컴퓨터와 폴더를 준비하세요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Windows 시작 버튼을 누르고 PowerShell을 검색한 뒤 일반 권한으로 여세요. 관리자 권한은 조직 정책이 요구할 때만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C 드라이브에 work 폴더를 만드세요. PowerShell에서 New-Item -ItemType Directory -Force C:\work를 입력하면 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전달받은 statyearbook 폴더를 C:\work 아래에 복사하여 최종 경로가 C:\work\statyearbook이 되게 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프로젝트를 OneDrive 동기화 폴더나 네트워크 드라이브에 두지 마세요. node_modules와 대용량 SQLite가 동기화되면 설치가 매우 느려지거나 DB 잠금 오류가 날 수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Windows 탐색기에서 파일 확장명 표시를 켜세요. .env.example, .xlsx, .hwpx 같은 확장자를 정확히 구분해야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1-2. Python 3.12를 설치하세요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브라우저에서 python.org의 Python 3.12 다운로드 페이지를 여세요. 이 프로젝트의 운영 Docker 이미지가 Python 3.12이므로 먼저 같은 계열을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Windows 64-bit installer를 내려받아 실행하세요. 첫 화면에서 Add python.exe to PATH를 반드시 체크하세요.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Python Launcher인 py가 함께 설치되도록 기본 옵션을 유지하고 Install Now를 누르세요.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설치가 끝나면 열려 있던 PowerShell을 모두 닫고 새 PowerShell을 여세요. PATH는 새 창에서 반영됩니다.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py -3.12 --version을 입력하세요. Python 3.12.x가 표시되면 정상입니다. 찾을 수 없다는 메시지가 나오면 다음 단계로 넘어가지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1-3. Node.js 24 LTS와 npm을 설치하세요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브라우저에서 nodejs.org/en/download를 열고 Current가 아니라 LTS로 표시된 24 계열 Windows Installer를 받으세요.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설치 프로그램을 실행하고 특별한 조직 지침이 없다면 기본 옵션으로 진행하세요. npm은 Node.js와 함께 설치되므로 별도 설치하지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설치가 끝나면 PowerShell을 닫고 새로 여세요.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node --version을 입력하여 v24로 시작하는 버전이 나오는지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npm --version을 입력하여 숫자가 표시되는지 확인하세요. node와 npm 중 하나라도 찾지 못하면 프런트엔드 설치를 시작하지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1-4. Git과 VS Code는 유지보수를 위해 설치하세요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서비스를 실행하는 데 Git이 반드시 필요한 것은 아니지만, 다음 담당자가 변경 이력을 확인하고 안전하게 수정하려면 설치하는 것이 좋습니다.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git-scm.com/install/windows에서 64-bit Git for Windows를 받아 기본 옵션으로 설치하세요. 명령줄에서 Git을 사용할 수 있는 PATH 권장 옵션을 유지하세요.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새 PowerShell에서 git --version을 입력하여 버전이 표시되는지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코드를 수정할 예정이면 code.visualstudio.com에서 VS Code를 설치하세요. 프로젝트 폴더를 열 때 C:\work\statyearbook 폴더 자체를 선택하세요.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Git 저장소가 함께 전달되었다면 프로젝트 루트에서 git status와 git log -1 --oneline을 실행하여 기준 커밋과 미커밋 변경을 기록하세요.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1-5. PowerShell에서 폴더를 이동하는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PowerShell 명령은 현재 위치에 따라 결과가 달라집니다. 먼저 Set-Location C:\work\statyearbook을 입력하여 프로젝트 루트로 이동하세요.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Get-Location을 입력하세요. Path가 C:\work\statyearbook으로 나오면 프로젝트 루트에 있는 것입니다.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Get-ChildItem을 입력하세요. backend, frontend, docs, Dockerfile, .env.example이 목록에 보여야 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frontend 명령을 실행할 때는 Set-Location C:\work\statyearbook\frontend로 이동하세요. 백엔드 명령을 실행할 때는 다시 프로젝트 루트로 돌아오세요.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폴더 위치가 확실하지 않으면 명령을 추측해서 실행하지 말고 Get-Location과 Get-ChildItem으로 먼저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1-6. 프로젝트의 필수 파일을 확인하세요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새 PowerShell을 열고 아래 명령을 프로젝트 루트에서 순서대로 실행하세요. 각 명령은 파일이나 폴더가 있으면 해당 정보를 보여줍니다.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
Get-Item .\.env.example
Get-Item .\backend\requirements.txt
Get-Item .\backend\app\main.py
Get-Item .\frontend\package.json
Get-Item .\frontend\package-lock.json
Get-Item .\frontend\src\App.tsx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1-7. 백엔드 환경설정 파일 .env를 만드세요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프로젝트 루트 C:\work\statyearbook에서 아래 명령을 실행하세요. .env.example은 공개 가능한 예시이고 .env는 실제 실행값을 담는 로컬 파일입니다.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
Copy-Item .env.example .env
notepad .env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1-8. 첫 실행용 .env 값은 안전하게 유지하세요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DATABASE_BACKEND=sqlite로 두세요. 처음부터 운영 PostgreSQL을 연결하면 실수로 운영 데이터를 변경할 수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ANNUAL_STATISTICS_DB_PATH=backend/app/db/annual_statistics_test.sqlite로 두세요. 파일이 없으면 백엔드가 새 테스트 DB를 준비합니다.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LLM_REVIEW_ENABLED=0, PROFILE_LLM_ENABLED=0, AUTO_IMPORT_INCLUDE_LLM=0으로 두세요. API 키가 컴퓨터 환경에 있더라도 첫 실행에서는 외부 호출을 막습니다.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SOURCE_STORAGE_BACKEND=local과 JOB_EXECUTOR_BACKEND=inprocess로 두세요. 로컬에서는 API 프로세스가 업로드 작업을 처리하므로 별도 worker가 필요 없습니다.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ALLOWED_ORIGINS에 http://localhost:5173과 http://127.0.0.1:5173이 포함되어 있는지 확인하고 메모장을 저장한 뒤 닫으세요.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1-9. 실제 DB와 업로드 원본을 받은 경우 먼저 백업하세요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backend/app/db/annual_statistics.sqlite가 있다면 실제 연보와 검수 기록이 들어 있을 수 있습니다. 백엔드를 실행하기 전에 다른 안전한 폴더로 복사하세요.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backend/uploads 폴더도 같은 시점에 함께 복사하세요. DB에는 원본 파일 경로와 작업 기록이 있으므로 DB와 uploads 중 하나만 복원하면 과거 작업 재시도가 실패할 수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복사한 DB에서 Get-FileHash 파일경로 -Algorithm SHA256을 실행하고 해시 값을 인계 기록에 남기세요.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첫 설치 확인은 실제 DB가 아니라 annual_statistics_test.sqlite로 진행하세요. 화면과 서버가 정상인 것을 확인한 뒤 실제 DB 경로로 바꾸세요.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실제 DB로 바꾸기 전 백엔드와 worker가 모두 종료되어 있는지 확인하세요. 실행 중인 SQLite 파일을 단순 복사하면 일관성이 깨질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1-10. Python 가상환경을 만드세요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프로젝트 루트 C:\work\statyearbook에서 실행하세요. .venv는 이 프로젝트만 사용하는 Python 패키지 보관 폴더입니다.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
py -3.12 -m venv .venv
&amp; .\.venv\Scripts\python.exe --version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1-11. 백엔드 패키지를 설치하세요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가상환경을 활성화하지 않아도 됩니다. 아래처럼 .venv 안의 python.exe를 직접 실행하면 PowerShell 실행 정책 문제를 피할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
&amp; .\.venv\Scripts\python.exe -m pip install --upgrade pip
&amp; .\.venv\Scripts\python.exe -m pip install -r .\backend\requirements.txt
&amp; .\.venv\Scripts\python.exe -c "import fastapi, openpyxl, psycopg; print('backend dependencies ok')"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1-12. 백엔드 설치 결과를 판단하세요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pip install 명령의 마지막 부분에 Successfully installed 또는 이미 설치되었다는 메시지가 나오면 정상입니다.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backend dependencies ok가 출력되면 FastAPI, Excel 처리, PostgreSQL 드라이버를 가상환경에서 읽을 수 있다는 뜻입니다.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No module named fastapi가 나오면 시스템 Python을 사용했을 가능성이 큽니다. 반드시 .venv\Scripts\python.exe 경로가 포함된 명령을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다운로드가 실패하면 조직 네트워크의 프록시, 방화벽, 인증서 정책을 확인하세요. 비공식 사이트에서 패키지 파일을 따로 받지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.venv 폴더는 다른 컴퓨터에서 복사해 사용하지 마세요. 운영체제와 Python 경로가 달라지면 실행되지 않으므로 새 컴퓨터에서 다시 만드세요.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1-13. 프런트엔드 패키지를 설치하고 빌드하세요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이번에는 frontend 폴더로 이동하세요. npm ci는 package-lock.json에 기록된 정확한 버전으로 패키지를 설치합니다.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C:\work\statyearbook\frontend
npm ci
npm run build
Set-Location C:\work\statyearbook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1-14. 프런트엔드 설치 결과를 판단하세요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npm ci가 끝나면 frontend/node_modules 폴더가 생깁니다. 이 폴더는 자동 생성되므로 Git이나 인계 압축 파일에 넣을 필요가 없습니다.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npm run build가 성공하면 TypeScript 검사와 Vite 운영 빌드가 끝나고 frontend/dist 폴더가 생깁니다.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EBADENGINE 오류가 나오면 node --version을 확인하세요. 권장 버전은 Node.js 24 LTS입니다.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package-lock.json과 package.json이 서로 맞지 않는 오류가 나면 임의로 lock 파일을 지우지 말고 인계자가 사용한 최종 파일인지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node_modules를 macOS나 다른 Windows 컴퓨터에서 복사했다면 삭제하고 현재 컴퓨터에서 npm ci로 다시 설치하세요.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1-15. 첫 번째 PowerShell에서 백엔드를 실행하세요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PowerShell 창 1을 열고 반드시 프로젝트 루트에서 실행하세요. 이 창은 백엔드 로그 창이므로 서비스를 사용하는 동안 닫지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
&amp; .\.venv\Scripts\python.exe -m uvicorn app.main:app --app-dir backend --reload --host 127.0.0.1 --port 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1-16. 백엔드가 정상인지 주소로 확인하세요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백엔드 창에 Uvicorn running on http://127.0.0.1:8000이 보이면 프로세스가 시작된 것입니다.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브라우저에서 http://127.0.0.1:8000/health를 여세요. {"status":"ok"}가 보이면 서버 프로세스가 살아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http://127.0.0.1:8000/ready를 여세요. status가 ready이고 database가 sqlite이면 DB 연결과 초기화가 정상입니다.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http://127.0.0.1:8000/docs를 열면 FastAPI API 문서가 보여야 합니다. 이 화면은 개발 및 장애 확인용입니다.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/health는 되는데 /ready가 실패하면 DB 경로, 쓰기 권한, 디스크 여유 공간, migration 오류를 백엔드 창에서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1-17. 두 번째 PowerShell에서 프런트엔드를 실행하세요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백엔드를 실행 중인 창은 그대로 두고 새 PowerShell 창 2를 여세요. 이번 명령은 frontend 폴더에서 실행합니다.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C:\work\statyearbook\frontend
npm run 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1-18. 브라우저에서 전체 서비스를 확인하세요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프런트엔드 창에 Local: http://127.0.0.1:5173과 비슷한 주소가 보이면 Chrome 또는 Edge에서 그 주소를 여세요.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상단에 통계연보 검수 보조라는 이름과 연보 등록, 연보 비교, 통계 연보, 통계 원장, 수정 권한 메뉴가 보이는지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새 테스트 DB를 사용했다면 연보 목록이 비어 있는 것이 정상입니다. 데이터가 없다는 사실과 서버 오류를 구분하세요.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화면이 열리지만 데이터를 가져오지 못하면 먼저 /health와 /ready를 다시 확인하고 브라우저 개발자 도구의 Network 요청 주소를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여기까지 성공하면 설치가 완료된 것입니다. 작은 테스트 HWPX 또는 Markdown을 등록해 업로드부터 상세 화면까지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1-19. 실제 인계 DB로 전환하는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테스트가 끝나면 백엔드와 프런트엔드 창에서 Ctrl+C를 눌러 두 서버를 종료하세요.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실제 annual_statistics.sqlite와 backend/uploads의 백업이 존재하는지 다시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루트 .env를 열고 ANNUAL_STATISTICS_DB_PATH=backend/app/db/annual_statistics.sqlite로 변경하세요.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백엔드를 다시 실행하고 /ready에서 sqlite를 확인한 다음 프런트엔드를 실행하세요.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화면의 연보 제목, 연도, 표 개수를 기존 담당자가 알려준 기준과 비교하세요. 예상 데이터가 없으면 빈 DB에 잘못 연결했을 가능성을 먼저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1-20. 매일 서비스를 시작하는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프로젝트 루트에서 git status를 확인하고, .env가 테스트 DB인지 실제 DB인지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실제 DB를 사용한다면 최근 백업 시각과 처리 중 작업이 없는지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PowerShell 창 1에서 프로젝트 루트로 이동한 뒤 .venv의 Python으로 Uvicorn을 실행하세요.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/health와 /ready를 확인하세요. 두 주소가 정상인 뒤 PowerShell 창 2에서 frontend로 이동하여 npm run dev를 실행하세요.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브라우저에서 127.0.0.1:5173을 열고 대상 연보의 제목과 표 개수를 확인한 뒤 작업을 시작하세요.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1-21. 매일 서비스를 종료하는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화면에서 업로드나 검수가 진행 중인지 확인하세요. 진행 중인 작업을 종료하면 일부 단계가 중단될 수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프런트엔드 PowerShell에서 Ctrl+C를 누르고 종료 질문이 나오면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백엔드 PowerShell에서 Ctrl+C를 누르고 Application shutdown complete가 나오는지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실제 데이터를 변경했다면 DB와 uploads 백업 또는 변경 기록을 남기세요.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코드도 수정했다면 테스트 결과와 git status를 확인하고, 무엇을 바꿨는지 기록한 뒤 컴퓨터를 종료하세요.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1-22. 설치 중 자주 생기는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py, node, npm, git을 찾지 못하면 프로그램 설치 후 PowerShell을 새로 열었는지 확인하세요. PATH가 반영되기 전 창에서는 계속 실패합니다.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No module named app이 나오면 백엔드를 frontend나 backend 내부에서 잘못 실행했을 수 있습니다. 프로젝트 루트에서 --app-dir backend를 포함한 명령을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포트 8000 또는 5173이 사용 중이라고 나오면 같은 서버를 이미 실행했는지 확인하세요. 작업 주체가 불분명한 프로세스를 무작정 종료하지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CORS 오류가 나오면 브라우저 주소와 .env의 ALLOWED_ORIGINS가 프로토콜, 호스트, 포트까지 정확히 같은지 확인하고 백엔드를 재시작하세요.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SQLite database is locked가 나오면 같은 DB를 사용하는 백엔드나 worker가 여러 개 실행 중인지, DB가 OneDrive 또는 공유 드라이브에 있는지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1-23. macOS에서 필요한 프로그램을 설치하세요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Command와 Space를 함께 누르고 Terminal을 검색하여 터미널을 여세요.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Git이 없다면 xcode-select --install을 입력하고 Apple 명령줄 도구 설치를 완료하세요.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python.org에서 Python 3.12 macOS universal2 installer를 설치하거나 기존 Homebrew의 python@3.12를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nodejs.org에서 Node.js 24 LTS macOS Installer를 설치하세요. 설치가 끝나면 터미널을 새로 여세요.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git --version, python3.12 --version, node --version, npm --version을 차례로 실행하여 모두 버전이 나오는지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1-24. macOS에서 패키지를 설치하세요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프로젝트 폴더가 /Users/사용자이름/work/statyearbook에 있다고 가정합니다. 실제 사용자 이름과 경로에 맞게 첫 줄만 바꾸세요.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cd /Users/사용자이름/work/statyearbook
cp .env.example .env
python3.12 -m venv .venv
./.venv/bin/python -m pip install --upgrade pip
./.venv/bin/python -m pip install -r backend/requirements.txt
cd frontend
npm ci
npm run build
cd 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1-25. macOS에서 두 서버를 실행하세요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터미널 창 1에서 프로젝트 루트로 이동한 뒤 ./.venv/bin/python -m uvicorn app.main:app --app-dir backend --reload --host 127.0.0.1 --port 8000을 실행하세요.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/health, /ready, /docs를 브라우저에서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터미널 창 2를 새로 열고 프로젝트의 frontend 폴더로 이동한 뒤 npm run dev를 실행하세요.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브라우저에서 http://127.0.0.1:5173을 열고 Windows와 같은 화면이 나오는지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종료할 때는 각 터미널에서 Ctrl+C를 누르세요. macOS에서 만든 .venv와 node_modules를 Windows로 복사하지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74519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2부. 시스템 기능을 사용하는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035808"/>
            <a:ext cx="10287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설치와 실행이 끝난 뒤 화면에서 연보를 등록하고 검수하고 수정하는 실제 순서입니다.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2-1. 기본 사용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상단 연보 등록에서 전체 연보 업로드 또는 증분 업로드를 선택하세요.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통계 연보 화면에서 등록한 연보를 선택하고 표 코드나 표명으로 검색하세요.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검수 진행에서 필요한 항목을 선택하고 기존 결과 재사용, 계산 profile LLM, 언어 LLM 사용 여부를 정하세요.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정상, 확인 필요, 오류 의심 상태를 보고 상세 화면에서 근거와 하이라이트 셀을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필요하면 수정 비밀번호로 인증하여 표를 수정하고 다시 검수하세요. 마지막으로 표, 연보, 검수 리포트를 내려받으세요.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2-2. 전체 연보를 등록하세요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화면 상단의 연보 등록을 누르고 전체 연보 업로드를 선택하세요.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대상 연도와 연보 이름을 입력하고 화면에서 지원하는 .hwpx 또는 .md 파일을 선택하세요. .hwp 파일은 직접 지원하지 않습니다.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첫 업로드에서는 LLM 옵션을 끄고 업로드를 시작하세요. 기본 최대 파일 크기는 100MB입니다.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화면은 작업 ID를 받아 상태를 확인합니다. 완료되면 생성된 연보가 자동 선택되는지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실패하면 작업 ID, 파일명, 파일 SHA-256, 오류 메시지, 백엔드 로그, 사용 DB를 함께 기록하세요. 파일 이름만 바꾸어 반복 업로드하지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2-3. 검수를 실행하세요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대상 연보를 선택하고 검수 진행을 누르세요.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화면에서 합계, 비율, 오탈자, 번역, 메타정보, 이상치, 파란색 표기 중 필요한 항목을 선택하세요.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증감률은 비율 검수 범주에, 증감액은 합계 검수 범주에 포함되어 표시됩니다. 현재 화면에는 별도 증감률 선택 항목이 없습니다.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기존 검수 결과 재사용을 켜면 구조와 셀 값이 완전히 같은 표의 결과만 복사됩니다. 재사용할 이전 실행에 선택 항목이 포함되어 있는지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검수 실행 후 현재 단계, 완료 단위, 전체 단위, 백분율을 확인하세요. 오래 걸려도 브라우저를 새로고침하거나 서버를 강제 종료하지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2-4. LLM 옵션과 검수 중단을 이해하세요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합계·비율 profile LLM 보조는 새 표나 구조가 바뀐 표의 계산식 초안을 보강할 때만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오탈자·번역 LLM 검수는 대기 중인 언어 후보를 외부 모델로 판정할 때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두 옵션은 비용과 외부 데이터 전송이 발생할 수 있습니다. 기관 정책과 비용 승인이 없으면 끄세요.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검수를 중단해야 하면 중단하고 저장을 누르세요. 현재 처리의 안전한 중단 지점에 도달한 뒤 멈추고 완료된 결과는 저장합니다.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중단 상태와 완료 상태를 구분하세요. 중단한 작업의 결과만 보고 전체 연보 검수가 끝났다고 판단하면 안 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2-5. 검수 결과를 확인하세요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오류 의심 표를 먼저 확인하세요. 계산 또는 번역 불일치 가능성이 크므로 원본과 산식 근거를 비교하세요.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확인 필요 표는 자동 판단이 애매한 항목입니다. 단위, 출처, 기준일, 이상치, 번역을 담당자가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정상은 자동 규칙이 문제를 찾지 못했다는 뜻이지 원자료의 절대적인 정확성을 보증하지 않습니다. 중요한 표는 표본 대조하세요.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표 상세에서 검수 결과 한 건을 선택하면 대상 셀, 관련 계산 셀, 헤더가 강조되는지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특정 검수 유형을 화면에서 숨겨도 DB 결과가 삭제되는 것은 아닙니다. 표시 필터와 실제 검수 데이터 삭제를 구분하세요.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2-6. 표를 수정하고 다시 검수하세요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표 상세 화면에서 수정을 누르고 해당 통계의 수정 비밀번호를 입력하세요.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제목, 영문 제목, 단위, 기준일, 출처, 담당 정보, 표 셀을 수정할 수 있습니다. 표 번호를 바꿀 때는 다른 표와 중복되지 않는지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표 구조를 복제하여 새 통계를 만들거나 허가된 통계를 삭제할 수 있으므로 대상 연보와 표를 다시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저장 후 목록과 상세 화면에서 변경값이 다시 조회되는지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수정 전 검수 결과는 오래된 결과가 될 수 있습니다. 수정한 항목에 해당하는 검수를 다시 실행하고 최신 실행 시각을 확인하세요.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2-7. 증분 업로드로 다음 연도 초안을 만드세요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같은 추출 배치의 표정보, 표항목, 표데이터 Excel 세 파일과 기준 연보를 준비하세요.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연보 등록에서 증분 업로드를 선택하고 기준 연보, 대상 연도, 새 연보 제목을 정확히 선택하세요.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세 Excel을 각 역할에 맞는 칸에 올리고 업로드하세요. .xls와 .xlsx를 지원합니다.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생성된 초안에서 자동 반영 표와 확인 필요 표를 구분하고, 상세 화면에서 추천 M키와 적용 예정 셀을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모든 확인 대상을 처리한 뒤 연보 확정을 누르고 최종 연보에서 검수를 실행하세요. 초안 생성 상태를 최종 검수 상태로 오해하지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2-8. 조회·비교·다운로드·권한 기능을 사용하세요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통계 원장에서는 통계명, 표 ID, 부서로 검색하고 기준시점을 바꾸어 표정보·표항목·표데이터의 원천 값을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연보 비교에서는 서로 다른 두 연보를 선택하고 추가, 삭제, 변경 표와 셀을 확인하세요. 비교 결과는 오류 판정이 아니라 차이 목록입니다.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표 상세 다운로드에서 CSV 또는 XLSX를 선택하세요. 연보 다운에서는 전체 또는 일부 표를 골라 XLSX를 만드세요.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검수 리포트에서는 오류 의심과 확인 필요 상태, 검수 내역·하이라이트 표·메타데이터 파일을 선택하여 ZIP을 받으세요.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수정 권한 메뉴에서 통계별 비밀번호를 변경하세요. 초기값은 담당자 내선 끝 네 자리이고 번호가 없으면 0000이므로 운영 전에 모두 바꾸세요.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74519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3부. 유지보수와 프로젝트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035808"/>
            <a:ext cx="10287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기능을 추가하거나 기존 기능을 수정할 때 파일 위치, 테스트, DB, 배포, 보안을 확인하는 순서입니다.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3-1. 최상위 프로젝트 구조를 이해하세요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backend는 Python FastAPI 서버입니다. app 아래에 API, 업무 로직, 파서, 검수, DB, 작업 처리 코드가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frontend는 React와 TypeScript 화면입니다. src 아래에 components, hooks, api, utils, styles, types가 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docs에는 기능, 설계, 배포, 인수인계 문서가 있습니다. 코드를 바꾸면 관련 문서도 함께 갱신하세요.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Dockerfile, railway.json, railway.worker.json은 Railway 백엔드와 worker 배포에 사용합니다. vercel.json은 프런트 배포에 사용합니다.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backend/uploads, SQLite DB, .env, .venv, node_modules, dist는 실행 과정에서 생기거나 비밀·대용량 데이터이므로 일반 소스와 구분하세요.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3-2. 요청이 처리되는 코드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사용자가 화면 버튼을 누르면 frontend component가 입력을 받습니다.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frontend hook이 loading, success, error, polling 상태를 관리하고 api/reportApi.ts가 백엔드 HTTP 요청을 보냅니다.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backend/app/api/routes.py가 URL, 입력값, HTTP 오류를 처리합니다.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application, services, workflows가 실제 업무 규칙과 여러 처리 단계를 실행합니다.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repository와 db adapter가 SQLite 또는 PostgreSQL에 저장하고, storage가 로컬 폴더나 S3/R2의 원본 파일을 처리합니다.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3-3. 프런트 기능을 수정하는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frontend/src/types.ts에서 화면이 사용하는 데이터 모양을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frontend/src/api/reportApi.ts에서 어떤 URL로 어떤 요청과 응답을 주고받는지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hooks에서 비동기 상태와 폴링, 오류 처리를 수정하세요. 컴포넌트 안에 모든 네트워크 상태를 한꺼번에 넣지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components에서 화면을 수정하고 styles/global.css에서 필요한 최소 스타일만 변경하세요.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같은 이름의 .test.tsx 또는 관련 유틸 테스트를 추가하고 npm run test와 npm run build를 모두 실행하세요.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3-4. 백엔드 기능을 추가하는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요구사항의 입력, 출력, 실패 조건, 권한, 저장값을 먼저 문장으로 작성하세요.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backend/app/models에 Pydantic 요청·응답 계약을 만들고 frontend types.ts와 같은 의미인지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services 또는 application에 실제 업무 규칙을 구현하세요. routes.py 안에 긴 SQL과 계산 로직을 직접 넣지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api/routes.py에는 서비스 호출, 입력 검증, HTTP 상태 코드 변환을 추가하세요.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성공, 잘못된 입력, 없는 대상, 권한 실패, 재시도 조건에 대한 backend/tests 회귀 테스트를 추가하세요.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3-5. DB 구조를 변경하는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backend/app/db/schema.py에서 새로 설치하는 DB의 최종 구조를 수정하세요.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backend/app/db/migrations.py에 기존 DB가 새 구조로 이동하는 절차를 추가하세요.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같은 migration이 두 번 실행되어도 데이터가 중복되거나 손상되지 않는지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새 빈 SQLite와 기존 DB 복사본 양쪽에서 테스트하고, 운영이 PostgreSQL이면 전용 테스트 PostgreSQL에서도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앱 시작 시 migration이 자동 실행될 수 있습니다. 코드 롤백이 이미 적용된 DB 변경을 자동으로 되돌리지 않는다는 점을 배포 계획에 적으세요.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3-6. 주요 DB 테이블을 기능 묶음으로 보세요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annual_reports, stat_tables, stat_table_cells는 연보, 표, 셀의 본문과 메타정보를 저장합니다.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validation_profiles, validation_runs, validation_checks, validation_jobs는 산식과 검수 실행, 결과, 진행 작업을 저장합니다.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report_processing_jobs와 stages는 업로드 원본 위치, 처리 단계, 재시도, worker lease를 저장합니다.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statistical_datasets, items, values와 revision 테이블은 원천 통계 원장과 변경 이력을 저장합니다.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report_incremental 계열, edit_passwords/sessions/manual_edits, comparison 계열, glossary와 LLM usage 테이블은 각각 증분·수정·비교·언어 기능을 담당합니다.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3-7. 코드를 수정하기 전과 후의 표준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작업 전 요구사항과 재현 방법, 기대 결과를 적고 새 Git 브랜치를 만드세요.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수정 전 관련 테스트를 실행하여 기존 실패와 새 실패를 구분할 기준을 남기세요.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한 번에 작은 범위만 수정하고 목적과 관계없는 다른 담당자의 변경을 함께 정리하지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관련 테스트, 백엔드 전체 테스트, 프런트 전체 테스트, production build 순으로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PR이나 변경 기록에 DB migration, 환경변수, 배포 순서, 롤백 방법, 실행한 테스트, 남은 문제를 적으세요.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3-8. 자동 테스트를 실행하세요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백엔드 명령은 프로젝트 루트에서, 프런트 명령은 frontend 폴더에서 실행하세요.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Set-Location C:\work\statyearbook
$env:PYTHONPATH = "backend"
&amp; .\.venv\Scripts\python.exe -m unittest discover -s backend\tests -q
Remove-Item Env:PYTHONPATH
Set-Location C:\work\statyearbook\frontend
npm run test
npm run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61888"/>
            <a:ext cx="10716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명령은 한 줄을 입력한 뒤 Enter를 누르고, 오류가 없을 때 다음 줄로 진행하세요.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3-9. 현재 테스트 기준선을 사실대로 인계하세요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2026-08-28 기준 프런트엔드 테스트는 9개 파일, 49개 테스트가 모두 통과했습니다.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TypeScript 검사와 Vite production build도 성공했습니다.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백엔드는 397개 테스트를 실행했고 6개가 실패했으며 PostgreSQL 전용 2개는 테스트 DB가 없어 건너뛰었습니다.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실패 1개는 로컬 .env의 LLM 사용 가능 상태가 LLM 없음 가정에 영향을 준 문제이고, 실패 5개는 로컬 검수 결과와 승인 snapshot 불일치입니다.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전체 테스트가 통과한다고 보고하지 마세요. 검수 담당자의 승인 없이 baseline fixture를 통과 목적만으로 변경하지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3-10. SQLite와 uploads를 백업하세요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처리 중인 업로드와 검수가 없는지 확인한 뒤 백엔드와 worker를 종료하세요.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annual_statistics.sqlite와 backend/uploads를 같은 시점 기준으로 승인된 백업 위치에 복사하세요.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DB와 주요 압축 파일에 SHA-256 해시를 만들고 백업 시각, 코드 commit, 파일 크기와 함께 기록하세요.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복원 시험은 운영 파일을 덮어쓰지 말고 별도 복사본과 별도 서비스에서 수행하세요.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DB만 복원하고 uploads를 누락하거나 반대로 uploads만 복원하면 과거 작업과 원본의 연결이 끊길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3-11. 운영 배포 구조를 이해하세요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프런트엔드는 Vercel에서 빌드하고 VITE_API_BASE_URL에 Railway API 주소를 설정하세요. 주소 뒤에 /api를 붙이지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Railway API는 Dockerfile과 railway.json을 사용하고 배포 전 python -m app.db.migrate를 실행하며 /ready를 상태 확인 주소로 사용합니다.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별도 Railway worker는 railway.worker.json으로 실행하고 API와 같은 commit, DATABASE_URL, 객체 저장소 설정을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API와 worker를 분리하면 서로 로컬 파일을 볼 수 없으므로 S3/R2 또는 승인된 공유 저장소를 사용하세요.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배포 전 DB 백업, 테스트, 환경변수, CORS, 롤백 담당자를 확인하고 배포 후 health, ready, worker, 작은 업로드, 검수, 다운로드를 점검하세요.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3-12. 현재 인증 한계를 반드시 보완하세요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현재 서비스에는 전체 사용자 로그인, 조직 계정 연동, 역할별 권한 관리가 없습니다.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읽기, 업로드, 연보 삭제, 검수, 다운로드, 운영 지표 API도 애플리케이션 공통 로그인을 요구하지 않습니다. CORS는 인증이나 방화벽이 아닙니다.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표 수정에만 통계별 비밀번호가 있고 초기값은 내선 끝 네 자리 또는 0000입니다. 운영 전에 모든 초기 비밀번호를 변경하세요.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수정 세션은 비밀번호 변경 시 폐기되지만 현재 명시적인 만료 검사가 없습니다. 보안 요구사항이면 별도 기능으로 개선하세요.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운영 Railway API는 VPN, SSO, 접근 제어 proxy 또는 API gateway 등 조직 승인 방식으로 보호하고 키, token, DB URL을 로그나 PPT에 넣지 마세요.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3-13. 장애가 발생하면 이 순서로 확인하세요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추가 업로드, 검수, 배포를 잠시 중단하고 발생 시각, 코드 commit, 작업 ID, 화면 오류, 서버 오류를 기록하세요.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/health로 프로세스, /ready로 DB, 프런트 Network로 API URL과 CORS를 순서대로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어떤 .env, 어떤 DB 파일 또는 DATABASE_URL, 어떤 원본 SHA-256을 사용했는지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worker 작업이면 API와 worker의 commit, DB, storage, lease, LLM timeout을 비교하세요.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데이터를 삭제하거나 DB를 덮어쓰기 전에 백업과 복구 가능성을 확인하고, 가능하면 별도 복사본에서 재현하세요.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3-14. 다음 담당자의 첫날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새 테스트 SQLite로 백엔드와 프런트엔드를 직접 실행하고 /health와 /ready를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승인된 작은 HWPX 또는 Markdown을 등록하고 표 목록과 상세 화면을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합계와 메타정보 검수만 먼저 실행하고 진행률, 결과, 하이라이트, 리포트 다운로드를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작은 화면 문구를 새 브랜치에서 수정하고 프런트 테스트와 build를 실행하여 변경 절차를 연습하세요.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테스트 DB를 백업하고 복사본으로 복원하는 연습을 완료한 뒤 실제 DB와 운영 계정 권한을 받으세요.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9319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최종 인계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88720"/>
            <a:ext cx="10716768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최종 Git branch, commit, 미커밋 변경 목록을 기존 담당자와 화면으로 확인하세요.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실제 DB, 테스트 DB, uploads의 크기, 백업 시각, SHA-256, 보관 위치를 기록하세요.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GitHub, Vercel, Railway, PostgreSQL, S3/R2, LLM 계정의 소유자와 권한을 확인하세요. 비밀번호와 키 값은 PPT에 적지 마세요.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운영 프런트 URL, API URL, 대표 정상 연보, 승인된 검수 baseline, 알려진 예외, 장애 연락망을 기록하세요.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7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5. 다음 담당자가 설치, 실행, 업로드, 검수, 수정, 다운로드, 백업, 롤백을 직접 재현했을 때 인수인계를 완료하세요.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74519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문제가 생기면 다섯 가지를 먼저 기록하세요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035808"/>
            <a:ext cx="10287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어떤 코드 commit인지, 어떤 환경설정인지, 어떤 DB인지, 어떤 원본 파일인지, 어떤 작업 ID인지 기록하면 대부분의 장애를 다시 재현할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통계연보 검수 보조 시스템 인수인계 흰배경 상세 설명본</dc:title>
  <dc:subject>빈 컴퓨터 설치부터 기능 사용과 유지보수까지</dc:subject>
  <dc:creator>Project Handover</dc:creator>
  <cp:keywords>FastAPI, React, Windows, installation, handover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